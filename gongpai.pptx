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987" autoAdjust="0"/>
    <p:restoredTop sz="94660"/>
  </p:normalViewPr>
  <p:slideViewPr>
    <p:cSldViewPr snapToGrid="0">
      <p:cViewPr varScale="1">
        <p:scale>
          <a:sx n="50" d="100"/>
          <a:sy n="50" d="100"/>
        </p:scale>
        <p:origin x="9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8FE40-C19D-8BE3-1E50-5DAB84BEB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FEF68F-9587-ED46-2BA2-7A55D113B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203EE6-2BB2-1194-3176-6024C6B3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29FC38-34CA-AEF1-7AA8-F06875F4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25584-107B-84F3-F931-6EE19EC6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02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19145-332E-D236-24E1-FEEC4F7F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10CAC-9917-7C66-924D-6F00FFC1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A4913C-01D2-4892-7FA7-3AF2166F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6FD082-44FA-26A5-F5BC-974082A7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F87C20-2A77-7383-EC26-973D947A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998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0D7A8-414F-BD96-4552-7BD85FA4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A79E27-60A4-5DDB-6961-87D53012F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E2EE2-A098-B052-4D70-C9897C9C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286088-E68E-4895-7D69-61F5027E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55D39-140E-E82C-5C6C-37EDEC51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33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7B7693-CF60-6E54-E47B-9BDEA294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173C6F-8D9D-29AA-FA5A-F031B0B65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67CB3E-CC0E-86B1-CF02-008B49B64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941707-8515-2ED4-DD1F-F65723056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DD458E-7342-93FB-F4D9-463C7183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8D26BF-00D7-A0D5-510E-7D2B3F63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5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D2E72-F71A-1E10-BBE1-56F30D28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C1D141-BA9E-BE62-9B9C-EF23DBA2B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9910FC-D08A-DE82-2ADF-EB4860C05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06A187-8B21-A00A-E745-E27BAAE29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28C275-B7F3-B216-BF40-2CD928BE2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2AEDBF-C613-E35C-D39B-9B5CE47F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D131FF-7B76-27C1-A016-7BC128FE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342682-1D0E-A252-D496-D0D56030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1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2DA4F-B8DC-16D7-D449-D7D71D1A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1262D3-9CBC-A808-739A-4F69B800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7BF8B6-030E-5E9E-5CAC-9907D37D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2CD1C2-C15E-DCB8-3038-0063874F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59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F1E43F-1878-F2E6-B9F9-F2EA54C9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6001245" y="7084612"/>
            <a:ext cx="94755" cy="6559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40ED27-1413-E3FE-E57C-D225B39D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 flipV="1">
            <a:off x="-151075" y="6721474"/>
            <a:ext cx="94754" cy="42873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1FAC905-827F-1FA8-51C5-997FD0FA6868}"/>
              </a:ext>
            </a:extLst>
          </p:cNvPr>
          <p:cNvSpPr/>
          <p:nvPr userDrawn="1"/>
        </p:nvSpPr>
        <p:spPr>
          <a:xfrm>
            <a:off x="4458693" y="1113362"/>
            <a:ext cx="3274613" cy="4631276"/>
          </a:xfrm>
          <a:prstGeom prst="roundRect">
            <a:avLst/>
          </a:prstGeom>
          <a:solidFill>
            <a:schemeClr val="tx2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DCEAF7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B2C23AF-3131-6BF1-13D6-EECE81D99F25}"/>
              </a:ext>
            </a:extLst>
          </p:cNvPr>
          <p:cNvSpPr/>
          <p:nvPr userDrawn="1"/>
        </p:nvSpPr>
        <p:spPr>
          <a:xfrm>
            <a:off x="5152444" y="1496743"/>
            <a:ext cx="1887111" cy="212109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A694B2-E12E-FE79-A962-7A4C88888C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46804" y="4351338"/>
            <a:ext cx="2298391" cy="4328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BEDF76D-6D9C-B0AC-9816-0FC77A84E6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46800" y="4928403"/>
            <a:ext cx="2298391" cy="4328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6667FEC-102F-2DDF-EE0F-31467E02449E}"/>
              </a:ext>
            </a:extLst>
          </p:cNvPr>
          <p:cNvSpPr txBox="1"/>
          <p:nvPr userDrawn="1"/>
        </p:nvSpPr>
        <p:spPr>
          <a:xfrm>
            <a:off x="182880" y="357809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工牌模板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---01</a:t>
            </a:r>
          </a:p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简约款（可直接替换照片与文字）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9EB625-E1D3-45EF-5E63-8DDE87ACD8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40703" y="3736585"/>
            <a:ext cx="2304488" cy="4328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name">
            <a:extLst>
              <a:ext uri="{FF2B5EF4-FFF2-40B4-BE49-F238E27FC236}">
                <a16:creationId xmlns:a16="http://schemas.microsoft.com/office/drawing/2014/main" id="{BE86A8EC-5D5E-25A7-3CAA-22D24D5DE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491" y="3760694"/>
            <a:ext cx="2298700" cy="433387"/>
          </a:xfrm>
        </p:spPr>
        <p:txBody>
          <a:bodyPr/>
          <a:lstStyle>
            <a:lvl1pPr algn="ctr">
              <a:buNone/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姓名：</a:t>
            </a:r>
            <a:endParaRPr lang="en-US" altLang="zh-CN" dirty="0"/>
          </a:p>
        </p:txBody>
      </p:sp>
      <p:sp>
        <p:nvSpPr>
          <p:cNvPr id="16" name="job">
            <a:extLst>
              <a:ext uri="{FF2B5EF4-FFF2-40B4-BE49-F238E27FC236}">
                <a16:creationId xmlns:a16="http://schemas.microsoft.com/office/drawing/2014/main" id="{935AE0B7-4994-C43E-2243-4B1EFD617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0300" y="4351338"/>
            <a:ext cx="2298700" cy="433387"/>
          </a:xfrm>
        </p:spPr>
        <p:txBody>
          <a:bodyPr/>
          <a:lstStyle>
            <a:lvl1pPr algn="ctr">
              <a:buNone/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岗位：</a:t>
            </a:r>
          </a:p>
        </p:txBody>
      </p:sp>
      <p:sp>
        <p:nvSpPr>
          <p:cNvPr id="19" name="gonghao">
            <a:extLst>
              <a:ext uri="{FF2B5EF4-FFF2-40B4-BE49-F238E27FC236}">
                <a16:creationId xmlns:a16="http://schemas.microsoft.com/office/drawing/2014/main" id="{D206FBD2-A72C-0756-F032-B574C4566A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46650" y="4929188"/>
            <a:ext cx="2292350" cy="431800"/>
          </a:xfrm>
        </p:spPr>
        <p:txBody>
          <a:bodyPr/>
          <a:lstStyle>
            <a:lvl1pPr algn="ctr">
              <a:buNone/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sz="2000" dirty="0"/>
              <a:t>工号：</a:t>
            </a:r>
            <a:endParaRPr lang="zh-CN" altLang="en-US" dirty="0"/>
          </a:p>
        </p:txBody>
      </p:sp>
      <p:sp>
        <p:nvSpPr>
          <p:cNvPr id="25" name="picture">
            <a:extLst>
              <a:ext uri="{FF2B5EF4-FFF2-40B4-BE49-F238E27FC236}">
                <a16:creationId xmlns:a16="http://schemas.microsoft.com/office/drawing/2014/main" id="{87A640F7-AFD9-8EA5-F1D6-4FF4EEC5203C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153025" y="1497013"/>
            <a:ext cx="1885950" cy="211931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565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71FAC905-827F-1FA8-51C5-997FD0FA6868}"/>
              </a:ext>
            </a:extLst>
          </p:cNvPr>
          <p:cNvSpPr/>
          <p:nvPr userDrawn="1"/>
        </p:nvSpPr>
        <p:spPr>
          <a:xfrm>
            <a:off x="4458693" y="1113362"/>
            <a:ext cx="3274613" cy="463127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DCEAF7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D65BE58-86A1-E4F3-C15F-2310CBDB0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6989000" y="1185031"/>
            <a:ext cx="837627" cy="693752"/>
          </a:xfrm>
          <a:prstGeom prst="rect">
            <a:avLst/>
          </a:prstGeom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F1E43F-1878-F2E6-B9F9-F2EA54C9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6001245" y="7084612"/>
            <a:ext cx="94755" cy="6559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40ED27-1413-E3FE-E57C-D225B39D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 flipV="1">
            <a:off x="-151075" y="6721474"/>
            <a:ext cx="94754" cy="42873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B2C23AF-3131-6BF1-13D6-EECE81D99F25}"/>
              </a:ext>
            </a:extLst>
          </p:cNvPr>
          <p:cNvSpPr/>
          <p:nvPr userDrawn="1"/>
        </p:nvSpPr>
        <p:spPr>
          <a:xfrm>
            <a:off x="5152444" y="1496743"/>
            <a:ext cx="1887111" cy="212109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A694B2-E12E-FE79-A962-7A4C88888C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46804" y="4351338"/>
            <a:ext cx="2298391" cy="4328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BEDF76D-6D9C-B0AC-9816-0FC77A84E6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46800" y="4928403"/>
            <a:ext cx="2298391" cy="4328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B6667FEC-102F-2DDF-EE0F-31467E02449E}"/>
              </a:ext>
            </a:extLst>
          </p:cNvPr>
          <p:cNvSpPr txBox="1"/>
          <p:nvPr userDrawn="1"/>
        </p:nvSpPr>
        <p:spPr>
          <a:xfrm>
            <a:off x="182880" y="357809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工牌模板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---01</a:t>
            </a:r>
          </a:p>
          <a:p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简约款（可直接替换照片与文字）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9EB625-E1D3-45EF-5E63-8DDE87ACD8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40703" y="3736585"/>
            <a:ext cx="2304488" cy="4328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name">
            <a:extLst>
              <a:ext uri="{FF2B5EF4-FFF2-40B4-BE49-F238E27FC236}">
                <a16:creationId xmlns:a16="http://schemas.microsoft.com/office/drawing/2014/main" id="{BE86A8EC-5D5E-25A7-3CAA-22D24D5DE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6491" y="3760694"/>
            <a:ext cx="2298700" cy="433387"/>
          </a:xfrm>
        </p:spPr>
        <p:txBody>
          <a:bodyPr/>
          <a:lstStyle>
            <a:lvl1pPr algn="ctr">
              <a:buNone/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姓名：</a:t>
            </a:r>
            <a:endParaRPr lang="en-US" altLang="zh-CN" dirty="0"/>
          </a:p>
        </p:txBody>
      </p:sp>
      <p:sp>
        <p:nvSpPr>
          <p:cNvPr id="16" name="job">
            <a:extLst>
              <a:ext uri="{FF2B5EF4-FFF2-40B4-BE49-F238E27FC236}">
                <a16:creationId xmlns:a16="http://schemas.microsoft.com/office/drawing/2014/main" id="{935AE0B7-4994-C43E-2243-4B1EFD6174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0300" y="4351338"/>
            <a:ext cx="2298700" cy="433387"/>
          </a:xfrm>
        </p:spPr>
        <p:txBody>
          <a:bodyPr/>
          <a:lstStyle>
            <a:lvl1pPr algn="ctr">
              <a:buNone/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岗位：</a:t>
            </a:r>
          </a:p>
        </p:txBody>
      </p:sp>
      <p:sp>
        <p:nvSpPr>
          <p:cNvPr id="19" name="gonghao">
            <a:extLst>
              <a:ext uri="{FF2B5EF4-FFF2-40B4-BE49-F238E27FC236}">
                <a16:creationId xmlns:a16="http://schemas.microsoft.com/office/drawing/2014/main" id="{D206FBD2-A72C-0756-F032-B574C4566A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46650" y="4929188"/>
            <a:ext cx="2292350" cy="431800"/>
          </a:xfrm>
        </p:spPr>
        <p:txBody>
          <a:bodyPr/>
          <a:lstStyle>
            <a:lvl1pPr algn="ctr">
              <a:buNone/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sz="2000" dirty="0"/>
              <a:t>工号：</a:t>
            </a:r>
            <a:endParaRPr lang="zh-CN" altLang="en-US" dirty="0"/>
          </a:p>
        </p:txBody>
      </p:sp>
      <p:sp>
        <p:nvSpPr>
          <p:cNvPr id="25" name="picture">
            <a:extLst>
              <a:ext uri="{FF2B5EF4-FFF2-40B4-BE49-F238E27FC236}">
                <a16:creationId xmlns:a16="http://schemas.microsoft.com/office/drawing/2014/main" id="{87A640F7-AFD9-8EA5-F1D6-4FF4EEC5203C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153025" y="1497013"/>
            <a:ext cx="1885950" cy="211931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半闭框 6">
            <a:extLst>
              <a:ext uri="{FF2B5EF4-FFF2-40B4-BE49-F238E27FC236}">
                <a16:creationId xmlns:a16="http://schemas.microsoft.com/office/drawing/2014/main" id="{05C9EA81-F3F9-8353-1CE9-F1D497EFFB4F}"/>
              </a:ext>
            </a:extLst>
          </p:cNvPr>
          <p:cNvSpPr/>
          <p:nvPr userDrawn="1"/>
        </p:nvSpPr>
        <p:spPr>
          <a:xfrm>
            <a:off x="4458693" y="1113093"/>
            <a:ext cx="693751" cy="837627"/>
          </a:xfrm>
          <a:prstGeom prst="halfFram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0A876FE-BDC3-A0D0-C036-628A9ADEA9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7038975" y="4877416"/>
            <a:ext cx="737680" cy="88399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6782DAB-D97E-7560-72B8-564D90C4CA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0800000">
            <a:off x="4458535" y="4933523"/>
            <a:ext cx="695004" cy="83522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6F677C2-D0FE-C117-3508-6329AE1E514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038929" y="1088451"/>
            <a:ext cx="695004" cy="83522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8EDA05A-7132-3A4B-F3D7-4C3857D97F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0800000">
            <a:off x="7017301" y="4906986"/>
            <a:ext cx="737680" cy="88399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F82495B-CEB5-D775-0F2C-7E84066614B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5400000">
            <a:off x="6968818" y="1156049"/>
            <a:ext cx="835225" cy="71576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88674A2B-3908-FC61-14A7-CFE7F6E469C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 rot="10800000">
            <a:off x="4467737" y="4981253"/>
            <a:ext cx="713294" cy="8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8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369CA-23D6-6662-D894-80C3799AE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BE056-BAF1-5F69-C809-1B504C1CA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05BDD9-FC72-5BE5-58A8-CACFC7B98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014A5B-EF82-A8EE-5C56-9072B175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3F9E53-2BED-533B-3F63-1009EC08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C05EB-380A-689C-624B-1AB905A4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83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61DDE-D93B-2A40-8F1A-FFE39C2F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F7554A-F79C-B56A-A722-A2BDABD0F82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8E91CE-4D99-052A-93C9-7EF9DAA55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07C5B1-5929-C7A5-3076-407D1DDA2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B92EDC-AE83-2E45-1741-3D82F332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272B78-EA4C-4523-8711-802E4D02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2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EBF1A-CE98-78AE-E2B9-E9C90121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29662A-AED0-7C3F-A31E-A4FE8EAE6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6FFFA3-E7D1-3DA5-AB3F-C3E922F0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ED870E-1960-0F67-85E9-B593DA39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A38A8B-98A9-1B8B-685A-6B4CAAEF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337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C48002-EA64-ECD1-9903-C08E2F1BF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22DEBF-04CB-5ABC-906A-7CEE57F70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6502C-485B-C874-B217-F3B28503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80200-D8FD-0731-B8BB-B901270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4DE039-46FE-9D82-4787-88284555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234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5A2D7-A0F4-1BB6-AA3C-350F883A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CF3740-DE73-6FB7-EF0C-FB53657A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4AEF16-A3D0-172B-A557-93D686810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374CB0-434F-8253-C0E8-2ECA6209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345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2A141-569A-8494-D11A-9F294EA5C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173C38-1F40-B211-D173-5D89ABE43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40584F-64A1-3950-4A7F-85ED2919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54E256-6D3E-25FE-A97A-9EEC3F31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91030-7266-768A-327C-546387AA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34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C3C31-92CC-D6F4-1606-16B08F28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6A8626-934E-236D-17CA-B7A1D9C4C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2F9AA8-9C93-D8E2-B241-F9ADE1B23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8A34AD-A472-9E49-D22B-8B510439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45E438-0D37-8EB2-6B07-38F53C30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868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DDFFE-E899-B13C-6F8E-21FE8C07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22B1E4-B30F-238E-FBAD-609EDC8B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7AE770-7B2F-4200-2283-2E333BB27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A718B5-BC68-9541-B8BF-CA74DCE4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410C4-2942-B03A-1738-23E80FC8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3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6D1A7-C561-A9CB-B8D4-6BA76D0D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A287AE-DC62-5F75-9DE6-E5F6AAC5C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9AB698-C8D4-6DC6-F399-715138B34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D89780-38F2-48E6-082C-B664365D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AC532-32C6-3932-5C0C-CECCAEAA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994784-4513-6306-7885-30D2C506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2872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C794A-D54B-C855-B42A-91B6D323A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D46D7A-D117-5BD0-C4E0-22DAA1B7C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7F3F80-A6CD-1468-9E11-39BDC36CC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F651F0-0D94-32FE-E502-38266A40C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231030-735F-599D-373D-A0EA33037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9722EB-AFDA-D8AB-D149-F678778C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E885069-BF96-6DAB-92C8-0C69FB70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96EE82-71F7-BC37-95A0-A8427577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304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06375-CD59-527E-E44B-324B6079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0E7AFB-7533-250B-35CE-331D8557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5E6A45-1AD6-CE8A-A805-3AADA525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DCA943-9A6E-8D69-C7E2-C6ABBA8B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441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4EC167-9D6D-99E3-3D38-078DC34B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3D857C-3D02-DB32-38C1-63FB08F7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45700D-7D84-33AF-BBB3-583F4A48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03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568E3-676C-4BE4-77AC-B67DE3FB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8D4B5-6A7F-72F4-7E92-48A50DCA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B5A748-01D8-4F13-E3CA-9BF1848CB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F92848-C978-FBE4-63A0-E4A13F5F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A2AB9D-58C8-7DD4-0852-36C79580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5C0C8B-7241-0702-A894-9171DB87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663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ADA99-57A7-97A9-DD2A-C48A7515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EC475A-2B9B-59D1-50EB-B694AC2F0D7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B92D9B-87FF-2769-F350-2E008868F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AC1905-13F3-97B0-731F-3BE68EBA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709528-DDC3-7AEC-242D-32FE5DCD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3218F6-370D-6C4A-BB21-F7C5E6AA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7255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B16D5-40B1-82BC-1698-775F126E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9AA1EE-472F-4BD9-4C6F-40CB8C726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9E626-6A32-967F-BB58-6512BE5D1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198754-C44A-809E-C9BB-EE5219DA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4514CF-6BC0-91DD-0340-784B2DE1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0656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A36887-C00C-9343-72E0-B5DA2D2DA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CBDCA5-5080-7F80-6997-8BA191C68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6C455-8D32-9B22-B65E-ACA25DB8F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8F837-4551-4E9A-C738-2E741A94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31E5C-8493-2A7A-39C1-306771C6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11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7793EB-1A36-F21D-85EB-9958440AB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B33452-A70B-E025-0908-12FF12D57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9B859-459B-CEE4-61FD-D2DF54F06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E1E63-3A4C-468C-816F-F65A6943B5DC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9A0C57-D4EB-6192-147C-D3A130DF3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2AC6A-9929-B156-24F3-FCE36825D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1A0DD-8C4B-46B1-B6EB-6C800F0FDD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21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73" r:id="rId8"/>
    <p:sldLayoutId id="2147483656" r:id="rId9"/>
    <p:sldLayoutId id="2147483657" r:id="rId10"/>
    <p:sldLayoutId id="2147483658" r:id="rId11"/>
    <p:sldLayoutId id="2147483659" r:id="rId12"/>
    <p:sldLayoutId id="214748367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B40009-B898-5EB6-D07D-751CAC9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18BB44-5DE3-1DCF-60E1-F76E6232D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DC6C5-665B-DB96-C0B4-D319638BD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F4411-3B02-45E4-A94F-E2175BAC8D1F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21C70-C507-EDE6-C208-A449AF88D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96F40-671C-9B54-16C1-761FDB340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61AAE-74C6-4BCA-9E22-4124FC44C9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08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2940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4AD7EA61DEBE221F115877915971FC033A1F8E33E375242238C1E1CC31D4859B" val="[{&quot;GradientColorId&quot;:&quot;&quot;,&quot;IsFree&quot;:true,&quot;IsGradient&quot;:false,&quot;ImagePath&quot;:&quot;&quot;,&quot;GradientColor&quot;:null,&quot;SimpleColor&quot;:&quot;#DCEAF7&quot;},{&quot;GradientColorId&quot;:&quot;&quot;,&quot;IsFree&quot;:true,&quot;IsGradient&quot;:false,&quot;ImagePath&quot;:&quot;&quot;,&quot;GradientColor&quot;:null,&quot;SimpleColor&quot;:&quot;#F2F2F2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楷体</vt:lpstr>
      <vt:lpstr>Arial</vt:lpstr>
      <vt:lpstr>Office 主题​​</vt:lpstr>
      <vt:lpstr>自定义设计方案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2287314702@qq.com</dc:creator>
  <cp:lastModifiedBy>2287314702@qq.com</cp:lastModifiedBy>
  <cp:revision>5</cp:revision>
  <dcterms:created xsi:type="dcterms:W3CDTF">2026-10-12T14:42:23Z</dcterms:created>
  <dcterms:modified xsi:type="dcterms:W3CDTF">2026-10-15T13:23:27Z</dcterms:modified>
</cp:coreProperties>
</file>